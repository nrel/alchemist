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D151"/>
    <a:srgbClr val="22A884"/>
    <a:srgbClr val="2B788E"/>
    <a:srgbClr val="414487"/>
    <a:srgbClr val="FDE824"/>
    <a:srgbClr val="440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2755A9-0437-D54E-9A61-71026EF699C5}" v="21" dt="2025-11-18T23:32:30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>
        <p:scale>
          <a:sx n="400" d="100"/>
          <a:sy n="400" d="100"/>
        </p:scale>
        <p:origin x="-6608" y="-9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atney, Caleb" userId="2e6b4299-6131-4fe8-8d54-ded6a478f6ed" providerId="ADAL" clId="{8FC6815D-381B-5F52-83F4-B64AA3189078}"/>
    <pc:docChg chg="undo custSel modSld">
      <pc:chgData name="Coatney, Caleb" userId="2e6b4299-6131-4fe8-8d54-ded6a478f6ed" providerId="ADAL" clId="{8FC6815D-381B-5F52-83F4-B64AA3189078}" dt="2025-11-18T23:32:46.598" v="35" actId="207"/>
      <pc:docMkLst>
        <pc:docMk/>
      </pc:docMkLst>
      <pc:sldChg chg="addSp modSp mod">
        <pc:chgData name="Coatney, Caleb" userId="2e6b4299-6131-4fe8-8d54-ded6a478f6ed" providerId="ADAL" clId="{8FC6815D-381B-5F52-83F4-B64AA3189078}" dt="2025-11-18T23:32:46.598" v="35" actId="207"/>
        <pc:sldMkLst>
          <pc:docMk/>
          <pc:sldMk cId="2137175334" sldId="256"/>
        </pc:sldMkLst>
        <pc:spChg chg="mod">
          <ac:chgData name="Coatney, Caleb" userId="2e6b4299-6131-4fe8-8d54-ded6a478f6ed" providerId="ADAL" clId="{8FC6815D-381B-5F52-83F4-B64AA3189078}" dt="2025-11-18T23:32:40.786" v="33" actId="208"/>
          <ac:spMkLst>
            <pc:docMk/>
            <pc:sldMk cId="2137175334" sldId="256"/>
            <ac:spMk id="5" creationId="{5FF2CBD3-FBBA-7036-5694-94304C67CD18}"/>
          </ac:spMkLst>
        </pc:spChg>
        <pc:spChg chg="mod">
          <ac:chgData name="Coatney, Caleb" userId="2e6b4299-6131-4fe8-8d54-ded6a478f6ed" providerId="ADAL" clId="{8FC6815D-381B-5F52-83F4-B64AA3189078}" dt="2025-11-18T23:32:40.786" v="33" actId="208"/>
          <ac:spMkLst>
            <pc:docMk/>
            <pc:sldMk cId="2137175334" sldId="256"/>
            <ac:spMk id="6" creationId="{13F0F409-7F40-DAAF-4E82-422FB73B66DD}"/>
          </ac:spMkLst>
        </pc:spChg>
        <pc:spChg chg="mod">
          <ac:chgData name="Coatney, Caleb" userId="2e6b4299-6131-4fe8-8d54-ded6a478f6ed" providerId="ADAL" clId="{8FC6815D-381B-5F52-83F4-B64AA3189078}" dt="2025-11-18T23:32:46.598" v="35" actId="207"/>
          <ac:spMkLst>
            <pc:docMk/>
            <pc:sldMk cId="2137175334" sldId="256"/>
            <ac:spMk id="8" creationId="{D223F628-886F-1BF5-2442-BA7656C616C5}"/>
          </ac:spMkLst>
        </pc:spChg>
        <pc:spChg chg="mod">
          <ac:chgData name="Coatney, Caleb" userId="2e6b4299-6131-4fe8-8d54-ded6a478f6ed" providerId="ADAL" clId="{8FC6815D-381B-5F52-83F4-B64AA3189078}" dt="2025-11-18T23:32:40.786" v="33" actId="208"/>
          <ac:spMkLst>
            <pc:docMk/>
            <pc:sldMk cId="2137175334" sldId="256"/>
            <ac:spMk id="12" creationId="{C6152900-C28E-0310-C292-09C7EAEDB248}"/>
          </ac:spMkLst>
        </pc:spChg>
        <pc:spChg chg="mod">
          <ac:chgData name="Coatney, Caleb" userId="2e6b4299-6131-4fe8-8d54-ded6a478f6ed" providerId="ADAL" clId="{8FC6815D-381B-5F52-83F4-B64AA3189078}" dt="2025-11-18T23:32:40.786" v="33" actId="208"/>
          <ac:spMkLst>
            <pc:docMk/>
            <pc:sldMk cId="2137175334" sldId="256"/>
            <ac:spMk id="21" creationId="{BBAADE19-0E51-CC55-680C-994175A1ACE8}"/>
          </ac:spMkLst>
        </pc:spChg>
        <pc:spChg chg="mod">
          <ac:chgData name="Coatney, Caleb" userId="2e6b4299-6131-4fe8-8d54-ded6a478f6ed" providerId="ADAL" clId="{8FC6815D-381B-5F52-83F4-B64AA3189078}" dt="2025-11-18T23:32:40.786" v="33" actId="208"/>
          <ac:spMkLst>
            <pc:docMk/>
            <pc:sldMk cId="2137175334" sldId="256"/>
            <ac:spMk id="29" creationId="{6746EAC1-8F31-5548-493D-21F117C5C705}"/>
          </ac:spMkLst>
        </pc:spChg>
        <pc:grpChg chg="add">
          <ac:chgData name="Coatney, Caleb" userId="2e6b4299-6131-4fe8-8d54-ded6a478f6ed" providerId="ADAL" clId="{8FC6815D-381B-5F52-83F4-B64AA3189078}" dt="2025-11-18T23:13:05.704" v="0" actId="164"/>
          <ac:grpSpMkLst>
            <pc:docMk/>
            <pc:sldMk cId="2137175334" sldId="256"/>
            <ac:grpSpMk id="2" creationId="{57D87AAC-E3AD-13B3-70A5-ABED5E6E6794}"/>
          </ac:grpSpMkLst>
        </pc:grpChg>
        <pc:grpChg chg="add mod">
          <ac:chgData name="Coatney, Caleb" userId="2e6b4299-6131-4fe8-8d54-ded6a478f6ed" providerId="ADAL" clId="{8FC6815D-381B-5F52-83F4-B64AA3189078}" dt="2025-11-18T23:13:10.183" v="1" actId="571"/>
          <ac:grpSpMkLst>
            <pc:docMk/>
            <pc:sldMk cId="2137175334" sldId="256"/>
            <ac:grpSpMk id="3" creationId="{664379F2-0DDD-C96D-8DF2-041A2C59D129}"/>
          </ac:grpSpMkLst>
        </pc:grpChg>
        <pc:grpChg chg="mod">
          <ac:chgData name="Coatney, Caleb" userId="2e6b4299-6131-4fe8-8d54-ded6a478f6ed" providerId="ADAL" clId="{8FC6815D-381B-5F52-83F4-B64AA3189078}" dt="2025-11-18T23:13:10.183" v="1" actId="571"/>
          <ac:grpSpMkLst>
            <pc:docMk/>
            <pc:sldMk cId="2137175334" sldId="256"/>
            <ac:grpSpMk id="4" creationId="{94A045A6-6E42-1051-1E60-73D7BA7C27AD}"/>
          </ac:grpSpMkLst>
        </pc:grpChg>
        <pc:grpChg chg="mod">
          <ac:chgData name="Coatney, Caleb" userId="2e6b4299-6131-4fe8-8d54-ded6a478f6ed" providerId="ADAL" clId="{8FC6815D-381B-5F52-83F4-B64AA3189078}" dt="2025-11-18T23:13:10.183" v="1" actId="571"/>
          <ac:grpSpMkLst>
            <pc:docMk/>
            <pc:sldMk cId="2137175334" sldId="256"/>
            <ac:grpSpMk id="16" creationId="{1D695DBE-C266-4FE6-D5C0-91869F49B57C}"/>
          </ac:grpSpMkLst>
        </pc:grpChg>
        <pc:grpChg chg="mod">
          <ac:chgData name="Coatney, Caleb" userId="2e6b4299-6131-4fe8-8d54-ded6a478f6ed" providerId="ADAL" clId="{8FC6815D-381B-5F52-83F4-B64AA3189078}" dt="2025-11-18T23:13:10.183" v="1" actId="571"/>
          <ac:grpSpMkLst>
            <pc:docMk/>
            <pc:sldMk cId="2137175334" sldId="256"/>
            <ac:grpSpMk id="17" creationId="{A11E3C04-AFCA-7BA8-36C2-C9864BF13DE8}"/>
          </ac:grpSpMkLst>
        </pc:grpChg>
        <pc:cxnChg chg="mod">
          <ac:chgData name="Coatney, Caleb" userId="2e6b4299-6131-4fe8-8d54-ded6a478f6ed" providerId="ADAL" clId="{8FC6815D-381B-5F52-83F4-B64AA3189078}" dt="2025-11-18T23:31:58.412" v="15" actId="170"/>
          <ac:cxnSpMkLst>
            <pc:docMk/>
            <pc:sldMk cId="2137175334" sldId="256"/>
            <ac:cxnSpMk id="9" creationId="{DB361C9D-FD53-310A-DC87-DE9E07CE9322}"/>
          </ac:cxnSpMkLst>
        </pc:cxnChg>
        <pc:cxnChg chg="mod">
          <ac:chgData name="Coatney, Caleb" userId="2e6b4299-6131-4fe8-8d54-ded6a478f6ed" providerId="ADAL" clId="{8FC6815D-381B-5F52-83F4-B64AA3189078}" dt="2025-11-18T23:31:58.412" v="15" actId="170"/>
          <ac:cxnSpMkLst>
            <pc:docMk/>
            <pc:sldMk cId="2137175334" sldId="256"/>
            <ac:cxnSpMk id="10" creationId="{F737A4EE-CD5E-A6D0-34C0-1417B41A8532}"/>
          </ac:cxnSpMkLst>
        </pc:cxnChg>
        <pc:cxnChg chg="mod">
          <ac:chgData name="Coatney, Caleb" userId="2e6b4299-6131-4fe8-8d54-ded6a478f6ed" providerId="ADAL" clId="{8FC6815D-381B-5F52-83F4-B64AA3189078}" dt="2025-11-18T23:32:40.786" v="33" actId="208"/>
          <ac:cxnSpMkLst>
            <pc:docMk/>
            <pc:sldMk cId="2137175334" sldId="256"/>
            <ac:cxnSpMk id="11" creationId="{8673F212-6783-9C37-5068-30AE4E2E56D5}"/>
          </ac:cxnSpMkLst>
        </pc:cxnChg>
        <pc:cxnChg chg="mod">
          <ac:chgData name="Coatney, Caleb" userId="2e6b4299-6131-4fe8-8d54-ded6a478f6ed" providerId="ADAL" clId="{8FC6815D-381B-5F52-83F4-B64AA3189078}" dt="2025-11-18T23:32:12.810" v="18" actId="171"/>
          <ac:cxnSpMkLst>
            <pc:docMk/>
            <pc:sldMk cId="2137175334" sldId="256"/>
            <ac:cxnSpMk id="13" creationId="{C9F32C0B-A3B1-FA0D-71AE-855A48C4FEAC}"/>
          </ac:cxnSpMkLst>
        </pc:cxnChg>
        <pc:cxnChg chg="mod">
          <ac:chgData name="Coatney, Caleb" userId="2e6b4299-6131-4fe8-8d54-ded6a478f6ed" providerId="ADAL" clId="{8FC6815D-381B-5F52-83F4-B64AA3189078}" dt="2025-11-18T23:32:40.786" v="33" actId="208"/>
          <ac:cxnSpMkLst>
            <pc:docMk/>
            <pc:sldMk cId="2137175334" sldId="256"/>
            <ac:cxnSpMk id="14" creationId="{B8C37FBC-1CA0-A33C-BC1A-8049988FFEA3}"/>
          </ac:cxnSpMkLst>
        </pc:cxnChg>
        <pc:cxnChg chg="mod">
          <ac:chgData name="Coatney, Caleb" userId="2e6b4299-6131-4fe8-8d54-ded6a478f6ed" providerId="ADAL" clId="{8FC6815D-381B-5F52-83F4-B64AA3189078}" dt="2025-11-18T23:32:24.370" v="26" actId="170"/>
          <ac:cxnSpMkLst>
            <pc:docMk/>
            <pc:sldMk cId="2137175334" sldId="256"/>
            <ac:cxnSpMk id="15" creationId="{96A09E44-56BF-2B64-467A-B8FF120D4CF4}"/>
          </ac:cxnSpMkLst>
        </pc:cxnChg>
        <pc:cxnChg chg="mod">
          <ac:chgData name="Coatney, Caleb" userId="2e6b4299-6131-4fe8-8d54-ded6a478f6ed" providerId="ADAL" clId="{8FC6815D-381B-5F52-83F4-B64AA3189078}" dt="2025-11-18T23:29:03.530" v="8" actId="208"/>
          <ac:cxnSpMkLst>
            <pc:docMk/>
            <pc:sldMk cId="2137175334" sldId="256"/>
            <ac:cxnSpMk id="18" creationId="{3A5B5284-CDD8-536A-FB65-FF3CD4F118B9}"/>
          </ac:cxnSpMkLst>
        </pc:cxnChg>
        <pc:cxnChg chg="mod">
          <ac:chgData name="Coatney, Caleb" userId="2e6b4299-6131-4fe8-8d54-ded6a478f6ed" providerId="ADAL" clId="{8FC6815D-381B-5F52-83F4-B64AA3189078}" dt="2025-11-18T23:32:37.030" v="32" actId="208"/>
          <ac:cxnSpMkLst>
            <pc:docMk/>
            <pc:sldMk cId="2137175334" sldId="256"/>
            <ac:cxnSpMk id="19" creationId="{8BD87889-88E1-A726-02D2-DB35C5281C23}"/>
          </ac:cxnSpMkLst>
        </pc:cxnChg>
        <pc:cxnChg chg="mod">
          <ac:chgData name="Coatney, Caleb" userId="2e6b4299-6131-4fe8-8d54-ded6a478f6ed" providerId="ADAL" clId="{8FC6815D-381B-5F52-83F4-B64AA3189078}" dt="2025-11-18T23:28:54.476" v="5" actId="208"/>
          <ac:cxnSpMkLst>
            <pc:docMk/>
            <pc:sldMk cId="2137175334" sldId="256"/>
            <ac:cxnSpMk id="20" creationId="{809DB34E-173C-8CC3-387F-B2AB570C9358}"/>
          </ac:cxnSpMkLst>
        </pc:cxnChg>
        <pc:cxnChg chg="mod">
          <ac:chgData name="Coatney, Caleb" userId="2e6b4299-6131-4fe8-8d54-ded6a478f6ed" providerId="ADAL" clId="{8FC6815D-381B-5F52-83F4-B64AA3189078}" dt="2025-11-18T23:32:40.786" v="33" actId="208"/>
          <ac:cxnSpMkLst>
            <pc:docMk/>
            <pc:sldMk cId="2137175334" sldId="256"/>
            <ac:cxnSpMk id="24" creationId="{CC45C99E-E223-993F-3E60-0A807827831F}"/>
          </ac:cxnSpMkLst>
        </pc:cxnChg>
        <pc:cxnChg chg="mod">
          <ac:chgData name="Coatney, Caleb" userId="2e6b4299-6131-4fe8-8d54-ded6a478f6ed" providerId="ADAL" clId="{8FC6815D-381B-5F52-83F4-B64AA3189078}" dt="2025-11-18T23:32:40.786" v="33" actId="208"/>
          <ac:cxnSpMkLst>
            <pc:docMk/>
            <pc:sldMk cId="2137175334" sldId="256"/>
            <ac:cxnSpMk id="25" creationId="{2F3360B9-5F39-56D2-EB1A-42B50E715B2D}"/>
          </ac:cxnSpMkLst>
        </pc:cxnChg>
        <pc:cxnChg chg="mod">
          <ac:chgData name="Coatney, Caleb" userId="2e6b4299-6131-4fe8-8d54-ded6a478f6ed" providerId="ADAL" clId="{8FC6815D-381B-5F52-83F4-B64AA3189078}" dt="2025-11-18T23:28:54.476" v="5" actId="208"/>
          <ac:cxnSpMkLst>
            <pc:docMk/>
            <pc:sldMk cId="2137175334" sldId="256"/>
            <ac:cxnSpMk id="26" creationId="{8650E58C-0FC3-6D98-6E9D-FF68F04D08F2}"/>
          </ac:cxnSpMkLst>
        </pc:cxnChg>
        <pc:cxnChg chg="mod">
          <ac:chgData name="Coatney, Caleb" userId="2e6b4299-6131-4fe8-8d54-ded6a478f6ed" providerId="ADAL" clId="{8FC6815D-381B-5F52-83F4-B64AA3189078}" dt="2025-11-18T23:29:00.743" v="7" actId="208"/>
          <ac:cxnSpMkLst>
            <pc:docMk/>
            <pc:sldMk cId="2137175334" sldId="256"/>
            <ac:cxnSpMk id="28" creationId="{48A576B4-BE70-C13F-8C1B-72830B3A2D9E}"/>
          </ac:cxnSpMkLst>
        </pc:cxnChg>
        <pc:cxnChg chg="mod">
          <ac:chgData name="Coatney, Caleb" userId="2e6b4299-6131-4fe8-8d54-ded6a478f6ed" providerId="ADAL" clId="{8FC6815D-381B-5F52-83F4-B64AA3189078}" dt="2025-11-18T23:28:58.566" v="6" actId="208"/>
          <ac:cxnSpMkLst>
            <pc:docMk/>
            <pc:sldMk cId="2137175334" sldId="256"/>
            <ac:cxnSpMk id="30" creationId="{7826703C-4183-1EF0-27AD-D8702D356BF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40CD-BA3D-8CBE-CF22-4ACD8E726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17C23-D613-7FA9-034B-BF92EF15B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A0878-95F9-32AF-C61C-597BD4CFA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A063-8C11-8A4F-A625-07B2A4EEEED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76D3B-108F-EB43-FDF8-081DD64F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F84B5-2CC0-DB08-A60C-7CC3E7A2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5DD7D-86B5-8F45-BC75-F386E8852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34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B424A-64A5-F2AC-2A15-762CCF29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CF3F3-2E2D-67CA-F572-8099422E0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00E93-EA94-B409-E9FB-7C9693DDB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A063-8C11-8A4F-A625-07B2A4EEEED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04AE5-5C2C-DE6F-E8C3-51EA242F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D64A6-7314-EEF5-7CD2-675731BDB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5DD7D-86B5-8F45-BC75-F386E8852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9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CC131-7FC6-EE2F-9646-E2600B7C6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F3AB1-081D-9CF0-DB5F-41775FED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96400-6F67-324B-484D-C05758A01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A063-8C11-8A4F-A625-07B2A4EEEED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731A9-4A28-08CE-57B6-6CE7B04EF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FA00E-8B92-EE95-8E51-5310375CA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5DD7D-86B5-8F45-BC75-F386E8852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65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A753-55AF-067C-5F48-71033332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AF2CE-5BBA-1F50-15C1-505CF328B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8B92F-A593-36A3-12D2-A4E0687EF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11627-311D-751F-5C6F-0AD6D2455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A063-8C11-8A4F-A625-07B2A4EEEED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3C9E1-F179-2706-1FB5-D4D08B65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D388A-26C6-CC51-6FE2-82812635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5DD7D-86B5-8F45-BC75-F386E8852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6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A1AD3-6965-5486-C087-7A319718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F8171-35F8-B33A-0E41-6A275049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1D6FF-FBC3-16EC-DCAF-455C1A2D9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7D77C9-0774-AADD-41A4-8AF7E1135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A152E-FFFD-183B-146B-46A7B43488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410567-8042-7F53-7016-95A53F42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A063-8C11-8A4F-A625-07B2A4EEEED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66E738-FDA7-08C5-01C9-80613A046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E97A9-998C-569A-0CCD-BC80B5D5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5DD7D-86B5-8F45-BC75-F386E8852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5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5F375-050D-E841-C817-F8F40516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0A04A-F94F-465A-F58E-203174F1A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A063-8C11-8A4F-A625-07B2A4EEEED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54C42-C8A3-3D25-C23C-1C9BF585E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85CC3-1275-63A8-EB62-F38A524E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5DD7D-86B5-8F45-BC75-F386E8852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9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318E7-C97A-4A94-9058-4FCC39951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A063-8C11-8A4F-A625-07B2A4EEEED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E822B-60D8-C3B3-BF82-05154066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D4CE0-0544-108C-33BA-504A97BE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5DD7D-86B5-8F45-BC75-F386E8852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05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3E18-79D9-5B38-4030-ABE647A8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47C0E-80A5-0C15-FBE0-32B06231C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D67E0-FF27-BF9D-9719-81B098394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AC6B7-4CCC-02A4-C798-19C4EFACB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A063-8C11-8A4F-A625-07B2A4EEEED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85715-9C11-DE32-9E1A-0EA5B4B5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F3E0D-16C3-62EE-E5E7-2652907C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5DD7D-86B5-8F45-BC75-F386E8852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10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348F1-E71E-38A3-A8DF-3FA8E5359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CC7F53-039C-DC39-5254-78C32F015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2C0BA-2BAE-3443-4F8F-D0D88A652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711CE-E008-F996-1172-06074A3D6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A063-8C11-8A4F-A625-07B2A4EEEED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A54F9-A54B-A3F4-43C6-F935EF19D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12617-7F7A-1F0B-5C22-79AA3B5A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5DD7D-86B5-8F45-BC75-F386E8852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60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6CA36-B069-D174-2937-5E8553084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1DCE6E-4793-47D2-5067-ADF25617F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1DA38-79C3-4D8A-664A-30FD5D530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A063-8C11-8A4F-A625-07B2A4EEEED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5B7CE-3CD7-061F-F160-D3B34898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E0B42-6474-FF3B-E050-E4D1B53D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5DD7D-86B5-8F45-BC75-F386E8852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23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D2DD80-FF12-637D-B045-EE09DE074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811A5-CA1A-33FD-587C-04D564386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F918A-A4A8-8E77-BEF6-F5B8DD14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A063-8C11-8A4F-A625-07B2A4EEEED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1D562-AC21-DC35-7EA0-98B2CDA15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C3E12-37DA-C832-D2E1-12B785B9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5DD7D-86B5-8F45-BC75-F386E8852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9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33181-F235-73C2-46F1-65F0A4F8B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CE0C9-F867-3FA2-A97E-A99850FB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0DFAB-AD12-738B-8577-BDB83E1A8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1A063-8C11-8A4F-A625-07B2A4EEEED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DF87E-3EB7-30FA-D007-1356DF846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699E0-54BC-A2D1-7E3C-19B802448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B5DD7D-86B5-8F45-BC75-F386E8852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4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D87AAC-E3AD-13B3-70A5-ABED5E6E6794}"/>
              </a:ext>
            </a:extLst>
          </p:cNvPr>
          <p:cNvGrpSpPr/>
          <p:nvPr/>
        </p:nvGrpSpPr>
        <p:grpSpPr>
          <a:xfrm>
            <a:off x="3517312" y="2828835"/>
            <a:ext cx="5273983" cy="1200329"/>
            <a:chOff x="3517312" y="2828835"/>
            <a:chExt cx="5273983" cy="1200329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3540220D-04E4-BBA7-55FC-0423CB1F159C}"/>
                </a:ext>
              </a:extLst>
            </p:cNvPr>
            <p:cNvGrpSpPr/>
            <p:nvPr/>
          </p:nvGrpSpPr>
          <p:grpSpPr>
            <a:xfrm>
              <a:off x="3517312" y="2880227"/>
              <a:ext cx="1029466" cy="1137303"/>
              <a:chOff x="3517312" y="2880227"/>
              <a:chExt cx="1029466" cy="1137303"/>
            </a:xfrm>
          </p:grpSpPr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14F0A7C9-7578-1011-402C-4955FB6EE2EF}"/>
                  </a:ext>
                </a:extLst>
              </p:cNvPr>
              <p:cNvSpPr/>
              <p:nvPr/>
            </p:nvSpPr>
            <p:spPr>
              <a:xfrm>
                <a:off x="3519547" y="3217391"/>
                <a:ext cx="1027231" cy="789459"/>
              </a:xfrm>
              <a:custGeom>
                <a:avLst/>
                <a:gdLst>
                  <a:gd name="csX0" fmla="*/ 261878 w 1027231"/>
                  <a:gd name="csY0" fmla="*/ 94134 h 789459"/>
                  <a:gd name="csX1" fmla="*/ 338078 w 1027231"/>
                  <a:gd name="csY1" fmla="*/ 78259 h 789459"/>
                  <a:gd name="csX2" fmla="*/ 366653 w 1027231"/>
                  <a:gd name="csY2" fmla="*/ 65559 h 789459"/>
                  <a:gd name="csX3" fmla="*/ 401578 w 1027231"/>
                  <a:gd name="csY3" fmla="*/ 68734 h 789459"/>
                  <a:gd name="csX4" fmla="*/ 446028 w 1027231"/>
                  <a:gd name="csY4" fmla="*/ 78259 h 789459"/>
                  <a:gd name="csX5" fmla="*/ 493653 w 1027231"/>
                  <a:gd name="csY5" fmla="*/ 78259 h 789459"/>
                  <a:gd name="csX6" fmla="*/ 550803 w 1027231"/>
                  <a:gd name="csY6" fmla="*/ 68734 h 789459"/>
                  <a:gd name="csX7" fmla="*/ 595253 w 1027231"/>
                  <a:gd name="csY7" fmla="*/ 56034 h 789459"/>
                  <a:gd name="csX8" fmla="*/ 636528 w 1027231"/>
                  <a:gd name="csY8" fmla="*/ 36984 h 789459"/>
                  <a:gd name="csX9" fmla="*/ 687328 w 1027231"/>
                  <a:gd name="csY9" fmla="*/ 21109 h 789459"/>
                  <a:gd name="csX10" fmla="*/ 709553 w 1027231"/>
                  <a:gd name="csY10" fmla="*/ 11584 h 789459"/>
                  <a:gd name="csX11" fmla="*/ 798453 w 1027231"/>
                  <a:gd name="csY11" fmla="*/ 195734 h 789459"/>
                  <a:gd name="csX12" fmla="*/ 941328 w 1027231"/>
                  <a:gd name="csY12" fmla="*/ 478309 h 789459"/>
                  <a:gd name="csX13" fmla="*/ 1011178 w 1027231"/>
                  <a:gd name="csY13" fmla="*/ 611659 h 789459"/>
                  <a:gd name="csX14" fmla="*/ 1020703 w 1027231"/>
                  <a:gd name="csY14" fmla="*/ 659284 h 789459"/>
                  <a:gd name="csX15" fmla="*/ 1027053 w 1027231"/>
                  <a:gd name="csY15" fmla="*/ 691034 h 789459"/>
                  <a:gd name="csX16" fmla="*/ 1023878 w 1027231"/>
                  <a:gd name="csY16" fmla="*/ 722784 h 789459"/>
                  <a:gd name="csX17" fmla="*/ 1008003 w 1027231"/>
                  <a:gd name="csY17" fmla="*/ 745009 h 789459"/>
                  <a:gd name="csX18" fmla="*/ 979428 w 1027231"/>
                  <a:gd name="csY18" fmla="*/ 760884 h 789459"/>
                  <a:gd name="csX19" fmla="*/ 947678 w 1027231"/>
                  <a:gd name="csY19" fmla="*/ 776759 h 789459"/>
                  <a:gd name="csX20" fmla="*/ 896878 w 1027231"/>
                  <a:gd name="csY20" fmla="*/ 786284 h 789459"/>
                  <a:gd name="csX21" fmla="*/ 836553 w 1027231"/>
                  <a:gd name="csY21" fmla="*/ 789459 h 789459"/>
                  <a:gd name="csX22" fmla="*/ 268228 w 1027231"/>
                  <a:gd name="csY22" fmla="*/ 789459 h 789459"/>
                  <a:gd name="csX23" fmla="*/ 172978 w 1027231"/>
                  <a:gd name="csY23" fmla="*/ 783109 h 789459"/>
                  <a:gd name="csX24" fmla="*/ 90428 w 1027231"/>
                  <a:gd name="csY24" fmla="*/ 776759 h 789459"/>
                  <a:gd name="csX25" fmla="*/ 61853 w 1027231"/>
                  <a:gd name="csY25" fmla="*/ 760884 h 789459"/>
                  <a:gd name="csX26" fmla="*/ 26928 w 1027231"/>
                  <a:gd name="csY26" fmla="*/ 738659 h 789459"/>
                  <a:gd name="csX27" fmla="*/ 4703 w 1027231"/>
                  <a:gd name="csY27" fmla="*/ 703734 h 789459"/>
                  <a:gd name="csX28" fmla="*/ 1528 w 1027231"/>
                  <a:gd name="csY28" fmla="*/ 643409 h 789459"/>
                  <a:gd name="csX29" fmla="*/ 23753 w 1027231"/>
                  <a:gd name="csY29" fmla="*/ 589434 h 789459"/>
                  <a:gd name="csX30" fmla="*/ 96778 w 1027231"/>
                  <a:gd name="csY30" fmla="*/ 452909 h 789459"/>
                  <a:gd name="csX31" fmla="*/ 157103 w 1027231"/>
                  <a:gd name="csY31" fmla="*/ 313209 h 789459"/>
                  <a:gd name="csX32" fmla="*/ 223778 w 1027231"/>
                  <a:gd name="csY32" fmla="*/ 170334 h 789459"/>
                  <a:gd name="csX33" fmla="*/ 261878 w 1027231"/>
                  <a:gd name="csY33" fmla="*/ 94134 h 7894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1027231" h="789459">
                    <a:moveTo>
                      <a:pt x="261878" y="94134"/>
                    </a:moveTo>
                    <a:cubicBezTo>
                      <a:pt x="280928" y="78788"/>
                      <a:pt x="320615" y="83022"/>
                      <a:pt x="338078" y="78259"/>
                    </a:cubicBezTo>
                    <a:cubicBezTo>
                      <a:pt x="355541" y="73496"/>
                      <a:pt x="356070" y="67146"/>
                      <a:pt x="366653" y="65559"/>
                    </a:cubicBezTo>
                    <a:cubicBezTo>
                      <a:pt x="377236" y="63971"/>
                      <a:pt x="388349" y="66617"/>
                      <a:pt x="401578" y="68734"/>
                    </a:cubicBezTo>
                    <a:cubicBezTo>
                      <a:pt x="414807" y="70851"/>
                      <a:pt x="430682" y="76671"/>
                      <a:pt x="446028" y="78259"/>
                    </a:cubicBezTo>
                    <a:cubicBezTo>
                      <a:pt x="461374" y="79846"/>
                      <a:pt x="476191" y="79846"/>
                      <a:pt x="493653" y="78259"/>
                    </a:cubicBezTo>
                    <a:cubicBezTo>
                      <a:pt x="511115" y="76672"/>
                      <a:pt x="533870" y="72438"/>
                      <a:pt x="550803" y="68734"/>
                    </a:cubicBezTo>
                    <a:cubicBezTo>
                      <a:pt x="567736" y="65030"/>
                      <a:pt x="580966" y="61326"/>
                      <a:pt x="595253" y="56034"/>
                    </a:cubicBezTo>
                    <a:cubicBezTo>
                      <a:pt x="609540" y="50742"/>
                      <a:pt x="621182" y="42805"/>
                      <a:pt x="636528" y="36984"/>
                    </a:cubicBezTo>
                    <a:cubicBezTo>
                      <a:pt x="651874" y="31163"/>
                      <a:pt x="675157" y="25342"/>
                      <a:pt x="687328" y="21109"/>
                    </a:cubicBezTo>
                    <a:cubicBezTo>
                      <a:pt x="699499" y="16876"/>
                      <a:pt x="691032" y="-17520"/>
                      <a:pt x="709553" y="11584"/>
                    </a:cubicBezTo>
                    <a:cubicBezTo>
                      <a:pt x="728074" y="40688"/>
                      <a:pt x="759824" y="117947"/>
                      <a:pt x="798453" y="195734"/>
                    </a:cubicBezTo>
                    <a:cubicBezTo>
                      <a:pt x="837082" y="273522"/>
                      <a:pt x="905874" y="408988"/>
                      <a:pt x="941328" y="478309"/>
                    </a:cubicBezTo>
                    <a:cubicBezTo>
                      <a:pt x="976782" y="547630"/>
                      <a:pt x="997949" y="581497"/>
                      <a:pt x="1011178" y="611659"/>
                    </a:cubicBezTo>
                    <a:cubicBezTo>
                      <a:pt x="1024407" y="641821"/>
                      <a:pt x="1020703" y="659284"/>
                      <a:pt x="1020703" y="659284"/>
                    </a:cubicBezTo>
                    <a:cubicBezTo>
                      <a:pt x="1023349" y="672513"/>
                      <a:pt x="1026524" y="680451"/>
                      <a:pt x="1027053" y="691034"/>
                    </a:cubicBezTo>
                    <a:cubicBezTo>
                      <a:pt x="1027582" y="701617"/>
                      <a:pt x="1027053" y="713788"/>
                      <a:pt x="1023878" y="722784"/>
                    </a:cubicBezTo>
                    <a:cubicBezTo>
                      <a:pt x="1020703" y="731780"/>
                      <a:pt x="1015411" y="738659"/>
                      <a:pt x="1008003" y="745009"/>
                    </a:cubicBezTo>
                    <a:cubicBezTo>
                      <a:pt x="1000595" y="751359"/>
                      <a:pt x="989482" y="755592"/>
                      <a:pt x="979428" y="760884"/>
                    </a:cubicBezTo>
                    <a:cubicBezTo>
                      <a:pt x="969374" y="766176"/>
                      <a:pt x="961436" y="772526"/>
                      <a:pt x="947678" y="776759"/>
                    </a:cubicBezTo>
                    <a:cubicBezTo>
                      <a:pt x="933920" y="780992"/>
                      <a:pt x="915399" y="784167"/>
                      <a:pt x="896878" y="786284"/>
                    </a:cubicBezTo>
                    <a:cubicBezTo>
                      <a:pt x="878357" y="788401"/>
                      <a:pt x="836553" y="789459"/>
                      <a:pt x="836553" y="789459"/>
                    </a:cubicBezTo>
                    <a:lnTo>
                      <a:pt x="268228" y="789459"/>
                    </a:lnTo>
                    <a:cubicBezTo>
                      <a:pt x="157632" y="788401"/>
                      <a:pt x="172978" y="783109"/>
                      <a:pt x="172978" y="783109"/>
                    </a:cubicBezTo>
                    <a:cubicBezTo>
                      <a:pt x="143345" y="780992"/>
                      <a:pt x="108949" y="780463"/>
                      <a:pt x="90428" y="776759"/>
                    </a:cubicBezTo>
                    <a:cubicBezTo>
                      <a:pt x="71907" y="773055"/>
                      <a:pt x="72436" y="767234"/>
                      <a:pt x="61853" y="760884"/>
                    </a:cubicBezTo>
                    <a:cubicBezTo>
                      <a:pt x="51270" y="754534"/>
                      <a:pt x="36453" y="748184"/>
                      <a:pt x="26928" y="738659"/>
                    </a:cubicBezTo>
                    <a:cubicBezTo>
                      <a:pt x="17403" y="729134"/>
                      <a:pt x="8936" y="719609"/>
                      <a:pt x="4703" y="703734"/>
                    </a:cubicBezTo>
                    <a:cubicBezTo>
                      <a:pt x="470" y="687859"/>
                      <a:pt x="-1647" y="662459"/>
                      <a:pt x="1528" y="643409"/>
                    </a:cubicBezTo>
                    <a:cubicBezTo>
                      <a:pt x="4703" y="624359"/>
                      <a:pt x="7878" y="621184"/>
                      <a:pt x="23753" y="589434"/>
                    </a:cubicBezTo>
                    <a:cubicBezTo>
                      <a:pt x="39628" y="557684"/>
                      <a:pt x="74553" y="498946"/>
                      <a:pt x="96778" y="452909"/>
                    </a:cubicBezTo>
                    <a:cubicBezTo>
                      <a:pt x="119003" y="406872"/>
                      <a:pt x="135936" y="360305"/>
                      <a:pt x="157103" y="313209"/>
                    </a:cubicBezTo>
                    <a:cubicBezTo>
                      <a:pt x="178270" y="266113"/>
                      <a:pt x="204728" y="207376"/>
                      <a:pt x="223778" y="170334"/>
                    </a:cubicBezTo>
                    <a:cubicBezTo>
                      <a:pt x="242828" y="133292"/>
                      <a:pt x="242828" y="109480"/>
                      <a:pt x="261878" y="9413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440054">
                      <a:lumMod val="100000"/>
                      <a:alpha val="85000"/>
                    </a:srgbClr>
                  </a:gs>
                  <a:gs pos="47000">
                    <a:srgbClr val="22A884">
                      <a:alpha val="85000"/>
                    </a:srgbClr>
                  </a:gs>
                  <a:gs pos="30000">
                    <a:srgbClr val="2B788E">
                      <a:alpha val="85000"/>
                    </a:srgbClr>
                  </a:gs>
                  <a:gs pos="13000">
                    <a:srgbClr val="414487">
                      <a:alpha val="85000"/>
                    </a:srgbClr>
                  </a:gs>
                  <a:gs pos="64000">
                    <a:srgbClr val="7AD151">
                      <a:alpha val="85000"/>
                    </a:srgbClr>
                  </a:gs>
                  <a:gs pos="79000">
                    <a:srgbClr val="FDE824">
                      <a:lumMod val="91000"/>
                      <a:lumOff val="9000"/>
                      <a:alpha val="85000"/>
                    </a:srgbClr>
                  </a:gs>
                </a:gsLst>
                <a:lin ang="18900000" scaled="1"/>
                <a:tileRect/>
              </a:gra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989B6559-B749-B2C9-EE3F-2FA08195EC6E}"/>
                  </a:ext>
                </a:extLst>
              </p:cNvPr>
              <p:cNvGrpSpPr/>
              <p:nvPr/>
            </p:nvGrpSpPr>
            <p:grpSpPr>
              <a:xfrm>
                <a:off x="3517312" y="2880227"/>
                <a:ext cx="1023526" cy="1130299"/>
                <a:chOff x="3517312" y="2880227"/>
                <a:chExt cx="1023526" cy="1130299"/>
              </a:xfrm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6E141170-F9AD-0822-F584-00583C00595D}"/>
                    </a:ext>
                  </a:extLst>
                </p:cNvPr>
                <p:cNvGrpSpPr/>
                <p:nvPr/>
              </p:nvGrpSpPr>
              <p:grpSpPr>
                <a:xfrm>
                  <a:off x="3517312" y="2880227"/>
                  <a:ext cx="511763" cy="1129297"/>
                  <a:chOff x="3517312" y="2882231"/>
                  <a:chExt cx="511763" cy="1129297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64909980-F96C-C738-3B48-E592E9D25E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8658" y="2882231"/>
                    <a:ext cx="220417" cy="0"/>
                  </a:xfrm>
                  <a:prstGeom prst="line">
                    <a:avLst/>
                  </a:prstGeom>
                  <a:ln w="381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911E85F6-3824-ADED-6A3E-E3012FBC33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50103" y="2882231"/>
                    <a:ext cx="0" cy="288758"/>
                  </a:xfrm>
                  <a:prstGeom prst="line">
                    <a:avLst/>
                  </a:prstGeom>
                  <a:ln w="381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77714C6D-CE70-73DE-6320-9953B0BAD7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45305" y="3165642"/>
                    <a:ext cx="304798" cy="641685"/>
                  </a:xfrm>
                  <a:prstGeom prst="line">
                    <a:avLst/>
                  </a:prstGeom>
                  <a:ln w="381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" name="Freeform 32">
                    <a:extLst>
                      <a:ext uri="{FF2B5EF4-FFF2-40B4-BE49-F238E27FC236}">
                        <a16:creationId xmlns:a16="http://schemas.microsoft.com/office/drawing/2014/main" id="{BA377DBD-2E87-C50D-D916-BF384405581F}"/>
                      </a:ext>
                    </a:extLst>
                  </p:cNvPr>
                  <p:cNvSpPr/>
                  <p:nvPr/>
                </p:nvSpPr>
                <p:spPr>
                  <a:xfrm>
                    <a:off x="3517312" y="3801979"/>
                    <a:ext cx="177719" cy="209549"/>
                  </a:xfrm>
                  <a:custGeom>
                    <a:avLst/>
                    <a:gdLst>
                      <a:gd name="csX0" fmla="*/ 30747 w 180473"/>
                      <a:gd name="csY0" fmla="*/ 0 h 209549"/>
                      <a:gd name="csX1" fmla="*/ 4010 w 180473"/>
                      <a:gd name="csY1" fmla="*/ 74863 h 209549"/>
                      <a:gd name="csX2" fmla="*/ 9357 w 180473"/>
                      <a:gd name="csY2" fmla="*/ 128337 h 209549"/>
                      <a:gd name="csX3" fmla="*/ 89568 w 180473"/>
                      <a:gd name="csY3" fmla="*/ 197853 h 209549"/>
                      <a:gd name="csX4" fmla="*/ 180473 w 180473"/>
                      <a:gd name="csY4" fmla="*/ 208547 h 209549"/>
                      <a:gd name="csX0" fmla="*/ 26748 w 176474"/>
                      <a:gd name="csY0" fmla="*/ 0 h 209549"/>
                      <a:gd name="csX1" fmla="*/ 11 w 176474"/>
                      <a:gd name="csY1" fmla="*/ 74863 h 209549"/>
                      <a:gd name="csX2" fmla="*/ 24408 w 176474"/>
                      <a:gd name="csY2" fmla="*/ 163262 h 209549"/>
                      <a:gd name="csX3" fmla="*/ 85569 w 176474"/>
                      <a:gd name="csY3" fmla="*/ 197853 h 209549"/>
                      <a:gd name="csX4" fmla="*/ 176474 w 176474"/>
                      <a:gd name="csY4" fmla="*/ 208547 h 209549"/>
                      <a:gd name="csX0" fmla="*/ 27993 w 177719"/>
                      <a:gd name="csY0" fmla="*/ 0 h 209549"/>
                      <a:gd name="csX1" fmla="*/ 1256 w 177719"/>
                      <a:gd name="csY1" fmla="*/ 74863 h 209549"/>
                      <a:gd name="csX2" fmla="*/ 25653 w 177719"/>
                      <a:gd name="csY2" fmla="*/ 163262 h 209549"/>
                      <a:gd name="csX3" fmla="*/ 86814 w 177719"/>
                      <a:gd name="csY3" fmla="*/ 197853 h 209549"/>
                      <a:gd name="csX4" fmla="*/ 177719 w 177719"/>
                      <a:gd name="csY4" fmla="*/ 208547 h 20954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77719" h="209549">
                        <a:moveTo>
                          <a:pt x="27993" y="0"/>
                        </a:moveTo>
                        <a:cubicBezTo>
                          <a:pt x="16407" y="26737"/>
                          <a:pt x="1646" y="47653"/>
                          <a:pt x="1256" y="74863"/>
                        </a:cubicBezTo>
                        <a:cubicBezTo>
                          <a:pt x="866" y="102073"/>
                          <a:pt x="-7657" y="139589"/>
                          <a:pt x="25653" y="163262"/>
                        </a:cubicBezTo>
                        <a:cubicBezTo>
                          <a:pt x="58963" y="186935"/>
                          <a:pt x="58295" y="184485"/>
                          <a:pt x="86814" y="197853"/>
                        </a:cubicBezTo>
                        <a:cubicBezTo>
                          <a:pt x="115333" y="211221"/>
                          <a:pt x="157221" y="210329"/>
                          <a:pt x="177719" y="208547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ln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EA2E3D78-BCA4-40E1-F1BE-F54A395CA7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84336" y="4010526"/>
                    <a:ext cx="344739" cy="1002"/>
                  </a:xfrm>
                  <a:prstGeom prst="line">
                    <a:avLst/>
                  </a:prstGeom>
                  <a:ln w="381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4E195D00-02BA-6627-802F-0E25D58AB9B9}"/>
                    </a:ext>
                  </a:extLst>
                </p:cNvPr>
                <p:cNvGrpSpPr/>
                <p:nvPr/>
              </p:nvGrpSpPr>
              <p:grpSpPr>
                <a:xfrm flipH="1">
                  <a:off x="4029075" y="2881229"/>
                  <a:ext cx="511763" cy="1129297"/>
                  <a:chOff x="3517312" y="2882231"/>
                  <a:chExt cx="511763" cy="1129297"/>
                </a:xfrm>
              </p:grpSpPr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4F8E707D-4707-D1ED-F7D3-0D75282116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8658" y="2882231"/>
                    <a:ext cx="220417" cy="0"/>
                  </a:xfrm>
                  <a:prstGeom prst="line">
                    <a:avLst/>
                  </a:prstGeom>
                  <a:ln w="381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9A2FB449-8ADC-306F-3B40-E2454DEC42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50103" y="2882231"/>
                    <a:ext cx="0" cy="288758"/>
                  </a:xfrm>
                  <a:prstGeom prst="line">
                    <a:avLst/>
                  </a:prstGeom>
                  <a:ln w="381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F024C8AA-2416-C7BE-26C5-B3DE31FA27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45305" y="3165642"/>
                    <a:ext cx="304798" cy="641685"/>
                  </a:xfrm>
                  <a:prstGeom prst="line">
                    <a:avLst/>
                  </a:prstGeom>
                  <a:ln w="381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4" name="Freeform 53">
                    <a:extLst>
                      <a:ext uri="{FF2B5EF4-FFF2-40B4-BE49-F238E27FC236}">
                        <a16:creationId xmlns:a16="http://schemas.microsoft.com/office/drawing/2014/main" id="{64AC9C33-ED02-D58E-3ED7-9E999D33859F}"/>
                      </a:ext>
                    </a:extLst>
                  </p:cNvPr>
                  <p:cNvSpPr/>
                  <p:nvPr/>
                </p:nvSpPr>
                <p:spPr>
                  <a:xfrm>
                    <a:off x="3517312" y="3801979"/>
                    <a:ext cx="177719" cy="209549"/>
                  </a:xfrm>
                  <a:custGeom>
                    <a:avLst/>
                    <a:gdLst>
                      <a:gd name="csX0" fmla="*/ 30747 w 180473"/>
                      <a:gd name="csY0" fmla="*/ 0 h 209549"/>
                      <a:gd name="csX1" fmla="*/ 4010 w 180473"/>
                      <a:gd name="csY1" fmla="*/ 74863 h 209549"/>
                      <a:gd name="csX2" fmla="*/ 9357 w 180473"/>
                      <a:gd name="csY2" fmla="*/ 128337 h 209549"/>
                      <a:gd name="csX3" fmla="*/ 89568 w 180473"/>
                      <a:gd name="csY3" fmla="*/ 197853 h 209549"/>
                      <a:gd name="csX4" fmla="*/ 180473 w 180473"/>
                      <a:gd name="csY4" fmla="*/ 208547 h 209549"/>
                      <a:gd name="csX0" fmla="*/ 26748 w 176474"/>
                      <a:gd name="csY0" fmla="*/ 0 h 209549"/>
                      <a:gd name="csX1" fmla="*/ 11 w 176474"/>
                      <a:gd name="csY1" fmla="*/ 74863 h 209549"/>
                      <a:gd name="csX2" fmla="*/ 24408 w 176474"/>
                      <a:gd name="csY2" fmla="*/ 163262 h 209549"/>
                      <a:gd name="csX3" fmla="*/ 85569 w 176474"/>
                      <a:gd name="csY3" fmla="*/ 197853 h 209549"/>
                      <a:gd name="csX4" fmla="*/ 176474 w 176474"/>
                      <a:gd name="csY4" fmla="*/ 208547 h 209549"/>
                      <a:gd name="csX0" fmla="*/ 27993 w 177719"/>
                      <a:gd name="csY0" fmla="*/ 0 h 209549"/>
                      <a:gd name="csX1" fmla="*/ 1256 w 177719"/>
                      <a:gd name="csY1" fmla="*/ 74863 h 209549"/>
                      <a:gd name="csX2" fmla="*/ 25653 w 177719"/>
                      <a:gd name="csY2" fmla="*/ 163262 h 209549"/>
                      <a:gd name="csX3" fmla="*/ 86814 w 177719"/>
                      <a:gd name="csY3" fmla="*/ 197853 h 209549"/>
                      <a:gd name="csX4" fmla="*/ 177719 w 177719"/>
                      <a:gd name="csY4" fmla="*/ 208547 h 20954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77719" h="209549">
                        <a:moveTo>
                          <a:pt x="27993" y="0"/>
                        </a:moveTo>
                        <a:cubicBezTo>
                          <a:pt x="16407" y="26737"/>
                          <a:pt x="1646" y="47653"/>
                          <a:pt x="1256" y="74863"/>
                        </a:cubicBezTo>
                        <a:cubicBezTo>
                          <a:pt x="866" y="102073"/>
                          <a:pt x="-7657" y="139589"/>
                          <a:pt x="25653" y="163262"/>
                        </a:cubicBezTo>
                        <a:cubicBezTo>
                          <a:pt x="58963" y="186935"/>
                          <a:pt x="58295" y="184485"/>
                          <a:pt x="86814" y="197853"/>
                        </a:cubicBezTo>
                        <a:cubicBezTo>
                          <a:pt x="115333" y="211221"/>
                          <a:pt x="157221" y="210329"/>
                          <a:pt x="177719" y="208547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ln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8C3ECE23-B593-3AEF-98CD-9E83F4AC64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84336" y="4010526"/>
                    <a:ext cx="344739" cy="1002"/>
                  </a:xfrm>
                  <a:prstGeom prst="line">
                    <a:avLst/>
                  </a:prstGeom>
                  <a:ln w="381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826BBE54-18CC-B818-44D6-E1B1909269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60495" y="3553829"/>
                <a:ext cx="137160" cy="13716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CC2A7A1-3B46-0E87-D25E-F1B386EE2BB8}"/>
                  </a:ext>
                </a:extLst>
              </p:cNvPr>
              <p:cNvCxnSpPr>
                <a:cxnSpLocks/>
                <a:stCxn id="33" idx="0"/>
                <a:endCxn id="54" idx="0"/>
              </p:cNvCxnSpPr>
              <p:nvPr/>
            </p:nvCxnSpPr>
            <p:spPr>
              <a:xfrm>
                <a:off x="3545305" y="3799975"/>
                <a:ext cx="967540" cy="1002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0B9AF57-601C-3CC3-0FB1-64D02E6940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5375" y="3620572"/>
                <a:ext cx="793750" cy="183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392E0BB8-B82E-1913-8834-6B657BA33A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455973"/>
                <a:ext cx="639346" cy="501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AE0CD314-24B8-2B19-CB34-745A91DC2D36}"/>
                  </a:ext>
                </a:extLst>
              </p:cNvPr>
              <p:cNvSpPr/>
              <p:nvPr/>
            </p:nvSpPr>
            <p:spPr>
              <a:xfrm>
                <a:off x="3768979" y="3210259"/>
                <a:ext cx="450850" cy="120650"/>
              </a:xfrm>
              <a:custGeom>
                <a:avLst/>
                <a:gdLst>
                  <a:gd name="csX0" fmla="*/ 0 w 450850"/>
                  <a:gd name="csY0" fmla="*/ 120650 h 120650"/>
                  <a:gd name="csX1" fmla="*/ 92075 w 450850"/>
                  <a:gd name="csY1" fmla="*/ 76200 h 120650"/>
                  <a:gd name="csX2" fmla="*/ 257175 w 450850"/>
                  <a:gd name="csY2" fmla="*/ 82550 h 120650"/>
                  <a:gd name="csX3" fmla="*/ 450850 w 450850"/>
                  <a:gd name="csY3" fmla="*/ 0 h 120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0850" h="120650">
                    <a:moveTo>
                      <a:pt x="0" y="120650"/>
                    </a:moveTo>
                    <a:cubicBezTo>
                      <a:pt x="24606" y="101600"/>
                      <a:pt x="49213" y="82550"/>
                      <a:pt x="92075" y="76200"/>
                    </a:cubicBezTo>
                    <a:cubicBezTo>
                      <a:pt x="134937" y="69850"/>
                      <a:pt x="197379" y="95250"/>
                      <a:pt x="257175" y="82550"/>
                    </a:cubicBezTo>
                    <a:cubicBezTo>
                      <a:pt x="316971" y="69850"/>
                      <a:pt x="435504" y="23283"/>
                      <a:pt x="450850" y="0"/>
                    </a:cubicBezTo>
                  </a:path>
                </a:pathLst>
              </a:custGeom>
              <a:noFill/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AAAAA6A-040B-F7B8-C320-75D8C95760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7464" y="3128530"/>
                <a:ext cx="0" cy="87832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4E99DC4C-D7C2-5474-F41D-FBFDAC0B5E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2049" y="3286010"/>
                <a:ext cx="0" cy="73152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1E5FF69-CBB5-736A-DDF2-0D7832FD74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5058" y="3223078"/>
                <a:ext cx="661" cy="77724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ECD8381-0A9C-ACFB-0DBC-6CE65A5F6689}"/>
                </a:ext>
              </a:extLst>
            </p:cNvPr>
            <p:cNvSpPr txBox="1"/>
            <p:nvPr/>
          </p:nvSpPr>
          <p:spPr>
            <a:xfrm>
              <a:off x="4593914" y="2828835"/>
              <a:ext cx="419738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ALchemist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64379F2-0DDD-C96D-8DF2-041A2C59D129}"/>
              </a:ext>
            </a:extLst>
          </p:cNvPr>
          <p:cNvGrpSpPr/>
          <p:nvPr/>
        </p:nvGrpSpPr>
        <p:grpSpPr>
          <a:xfrm>
            <a:off x="3485781" y="4394876"/>
            <a:ext cx="5273983" cy="1200329"/>
            <a:chOff x="3517312" y="2828835"/>
            <a:chExt cx="5273983" cy="120032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4A045A6-6E42-1051-1E60-73D7BA7C27AD}"/>
                </a:ext>
              </a:extLst>
            </p:cNvPr>
            <p:cNvGrpSpPr/>
            <p:nvPr/>
          </p:nvGrpSpPr>
          <p:grpSpPr>
            <a:xfrm>
              <a:off x="3517312" y="2880227"/>
              <a:ext cx="1029466" cy="1137303"/>
              <a:chOff x="3517312" y="2880227"/>
              <a:chExt cx="1029466" cy="1137303"/>
            </a:xfrm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13F0F409-7F40-DAAF-4E82-422FB73B66DD}"/>
                  </a:ext>
                </a:extLst>
              </p:cNvPr>
              <p:cNvSpPr/>
              <p:nvPr/>
            </p:nvSpPr>
            <p:spPr>
              <a:xfrm>
                <a:off x="3519547" y="3217391"/>
                <a:ext cx="1027231" cy="789459"/>
              </a:xfrm>
              <a:custGeom>
                <a:avLst/>
                <a:gdLst>
                  <a:gd name="csX0" fmla="*/ 261878 w 1027231"/>
                  <a:gd name="csY0" fmla="*/ 94134 h 789459"/>
                  <a:gd name="csX1" fmla="*/ 338078 w 1027231"/>
                  <a:gd name="csY1" fmla="*/ 78259 h 789459"/>
                  <a:gd name="csX2" fmla="*/ 366653 w 1027231"/>
                  <a:gd name="csY2" fmla="*/ 65559 h 789459"/>
                  <a:gd name="csX3" fmla="*/ 401578 w 1027231"/>
                  <a:gd name="csY3" fmla="*/ 68734 h 789459"/>
                  <a:gd name="csX4" fmla="*/ 446028 w 1027231"/>
                  <a:gd name="csY4" fmla="*/ 78259 h 789459"/>
                  <a:gd name="csX5" fmla="*/ 493653 w 1027231"/>
                  <a:gd name="csY5" fmla="*/ 78259 h 789459"/>
                  <a:gd name="csX6" fmla="*/ 550803 w 1027231"/>
                  <a:gd name="csY6" fmla="*/ 68734 h 789459"/>
                  <a:gd name="csX7" fmla="*/ 595253 w 1027231"/>
                  <a:gd name="csY7" fmla="*/ 56034 h 789459"/>
                  <a:gd name="csX8" fmla="*/ 636528 w 1027231"/>
                  <a:gd name="csY8" fmla="*/ 36984 h 789459"/>
                  <a:gd name="csX9" fmla="*/ 687328 w 1027231"/>
                  <a:gd name="csY9" fmla="*/ 21109 h 789459"/>
                  <a:gd name="csX10" fmla="*/ 709553 w 1027231"/>
                  <a:gd name="csY10" fmla="*/ 11584 h 789459"/>
                  <a:gd name="csX11" fmla="*/ 798453 w 1027231"/>
                  <a:gd name="csY11" fmla="*/ 195734 h 789459"/>
                  <a:gd name="csX12" fmla="*/ 941328 w 1027231"/>
                  <a:gd name="csY12" fmla="*/ 478309 h 789459"/>
                  <a:gd name="csX13" fmla="*/ 1011178 w 1027231"/>
                  <a:gd name="csY13" fmla="*/ 611659 h 789459"/>
                  <a:gd name="csX14" fmla="*/ 1020703 w 1027231"/>
                  <a:gd name="csY14" fmla="*/ 659284 h 789459"/>
                  <a:gd name="csX15" fmla="*/ 1027053 w 1027231"/>
                  <a:gd name="csY15" fmla="*/ 691034 h 789459"/>
                  <a:gd name="csX16" fmla="*/ 1023878 w 1027231"/>
                  <a:gd name="csY16" fmla="*/ 722784 h 789459"/>
                  <a:gd name="csX17" fmla="*/ 1008003 w 1027231"/>
                  <a:gd name="csY17" fmla="*/ 745009 h 789459"/>
                  <a:gd name="csX18" fmla="*/ 979428 w 1027231"/>
                  <a:gd name="csY18" fmla="*/ 760884 h 789459"/>
                  <a:gd name="csX19" fmla="*/ 947678 w 1027231"/>
                  <a:gd name="csY19" fmla="*/ 776759 h 789459"/>
                  <a:gd name="csX20" fmla="*/ 896878 w 1027231"/>
                  <a:gd name="csY20" fmla="*/ 786284 h 789459"/>
                  <a:gd name="csX21" fmla="*/ 836553 w 1027231"/>
                  <a:gd name="csY21" fmla="*/ 789459 h 789459"/>
                  <a:gd name="csX22" fmla="*/ 268228 w 1027231"/>
                  <a:gd name="csY22" fmla="*/ 789459 h 789459"/>
                  <a:gd name="csX23" fmla="*/ 172978 w 1027231"/>
                  <a:gd name="csY23" fmla="*/ 783109 h 789459"/>
                  <a:gd name="csX24" fmla="*/ 90428 w 1027231"/>
                  <a:gd name="csY24" fmla="*/ 776759 h 789459"/>
                  <a:gd name="csX25" fmla="*/ 61853 w 1027231"/>
                  <a:gd name="csY25" fmla="*/ 760884 h 789459"/>
                  <a:gd name="csX26" fmla="*/ 26928 w 1027231"/>
                  <a:gd name="csY26" fmla="*/ 738659 h 789459"/>
                  <a:gd name="csX27" fmla="*/ 4703 w 1027231"/>
                  <a:gd name="csY27" fmla="*/ 703734 h 789459"/>
                  <a:gd name="csX28" fmla="*/ 1528 w 1027231"/>
                  <a:gd name="csY28" fmla="*/ 643409 h 789459"/>
                  <a:gd name="csX29" fmla="*/ 23753 w 1027231"/>
                  <a:gd name="csY29" fmla="*/ 589434 h 789459"/>
                  <a:gd name="csX30" fmla="*/ 96778 w 1027231"/>
                  <a:gd name="csY30" fmla="*/ 452909 h 789459"/>
                  <a:gd name="csX31" fmla="*/ 157103 w 1027231"/>
                  <a:gd name="csY31" fmla="*/ 313209 h 789459"/>
                  <a:gd name="csX32" fmla="*/ 223778 w 1027231"/>
                  <a:gd name="csY32" fmla="*/ 170334 h 789459"/>
                  <a:gd name="csX33" fmla="*/ 261878 w 1027231"/>
                  <a:gd name="csY33" fmla="*/ 94134 h 7894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1027231" h="789459">
                    <a:moveTo>
                      <a:pt x="261878" y="94134"/>
                    </a:moveTo>
                    <a:cubicBezTo>
                      <a:pt x="280928" y="78788"/>
                      <a:pt x="320615" y="83022"/>
                      <a:pt x="338078" y="78259"/>
                    </a:cubicBezTo>
                    <a:cubicBezTo>
                      <a:pt x="355541" y="73496"/>
                      <a:pt x="356070" y="67146"/>
                      <a:pt x="366653" y="65559"/>
                    </a:cubicBezTo>
                    <a:cubicBezTo>
                      <a:pt x="377236" y="63971"/>
                      <a:pt x="388349" y="66617"/>
                      <a:pt x="401578" y="68734"/>
                    </a:cubicBezTo>
                    <a:cubicBezTo>
                      <a:pt x="414807" y="70851"/>
                      <a:pt x="430682" y="76671"/>
                      <a:pt x="446028" y="78259"/>
                    </a:cubicBezTo>
                    <a:cubicBezTo>
                      <a:pt x="461374" y="79846"/>
                      <a:pt x="476191" y="79846"/>
                      <a:pt x="493653" y="78259"/>
                    </a:cubicBezTo>
                    <a:cubicBezTo>
                      <a:pt x="511115" y="76672"/>
                      <a:pt x="533870" y="72438"/>
                      <a:pt x="550803" y="68734"/>
                    </a:cubicBezTo>
                    <a:cubicBezTo>
                      <a:pt x="567736" y="65030"/>
                      <a:pt x="580966" y="61326"/>
                      <a:pt x="595253" y="56034"/>
                    </a:cubicBezTo>
                    <a:cubicBezTo>
                      <a:pt x="609540" y="50742"/>
                      <a:pt x="621182" y="42805"/>
                      <a:pt x="636528" y="36984"/>
                    </a:cubicBezTo>
                    <a:cubicBezTo>
                      <a:pt x="651874" y="31163"/>
                      <a:pt x="675157" y="25342"/>
                      <a:pt x="687328" y="21109"/>
                    </a:cubicBezTo>
                    <a:cubicBezTo>
                      <a:pt x="699499" y="16876"/>
                      <a:pt x="691032" y="-17520"/>
                      <a:pt x="709553" y="11584"/>
                    </a:cubicBezTo>
                    <a:cubicBezTo>
                      <a:pt x="728074" y="40688"/>
                      <a:pt x="759824" y="117947"/>
                      <a:pt x="798453" y="195734"/>
                    </a:cubicBezTo>
                    <a:cubicBezTo>
                      <a:pt x="837082" y="273522"/>
                      <a:pt x="905874" y="408988"/>
                      <a:pt x="941328" y="478309"/>
                    </a:cubicBezTo>
                    <a:cubicBezTo>
                      <a:pt x="976782" y="547630"/>
                      <a:pt x="997949" y="581497"/>
                      <a:pt x="1011178" y="611659"/>
                    </a:cubicBezTo>
                    <a:cubicBezTo>
                      <a:pt x="1024407" y="641821"/>
                      <a:pt x="1020703" y="659284"/>
                      <a:pt x="1020703" y="659284"/>
                    </a:cubicBezTo>
                    <a:cubicBezTo>
                      <a:pt x="1023349" y="672513"/>
                      <a:pt x="1026524" y="680451"/>
                      <a:pt x="1027053" y="691034"/>
                    </a:cubicBezTo>
                    <a:cubicBezTo>
                      <a:pt x="1027582" y="701617"/>
                      <a:pt x="1027053" y="713788"/>
                      <a:pt x="1023878" y="722784"/>
                    </a:cubicBezTo>
                    <a:cubicBezTo>
                      <a:pt x="1020703" y="731780"/>
                      <a:pt x="1015411" y="738659"/>
                      <a:pt x="1008003" y="745009"/>
                    </a:cubicBezTo>
                    <a:cubicBezTo>
                      <a:pt x="1000595" y="751359"/>
                      <a:pt x="989482" y="755592"/>
                      <a:pt x="979428" y="760884"/>
                    </a:cubicBezTo>
                    <a:cubicBezTo>
                      <a:pt x="969374" y="766176"/>
                      <a:pt x="961436" y="772526"/>
                      <a:pt x="947678" y="776759"/>
                    </a:cubicBezTo>
                    <a:cubicBezTo>
                      <a:pt x="933920" y="780992"/>
                      <a:pt x="915399" y="784167"/>
                      <a:pt x="896878" y="786284"/>
                    </a:cubicBezTo>
                    <a:cubicBezTo>
                      <a:pt x="878357" y="788401"/>
                      <a:pt x="836553" y="789459"/>
                      <a:pt x="836553" y="789459"/>
                    </a:cubicBezTo>
                    <a:lnTo>
                      <a:pt x="268228" y="789459"/>
                    </a:lnTo>
                    <a:cubicBezTo>
                      <a:pt x="157632" y="788401"/>
                      <a:pt x="172978" y="783109"/>
                      <a:pt x="172978" y="783109"/>
                    </a:cubicBezTo>
                    <a:cubicBezTo>
                      <a:pt x="143345" y="780992"/>
                      <a:pt x="108949" y="780463"/>
                      <a:pt x="90428" y="776759"/>
                    </a:cubicBezTo>
                    <a:cubicBezTo>
                      <a:pt x="71907" y="773055"/>
                      <a:pt x="72436" y="767234"/>
                      <a:pt x="61853" y="760884"/>
                    </a:cubicBezTo>
                    <a:cubicBezTo>
                      <a:pt x="51270" y="754534"/>
                      <a:pt x="36453" y="748184"/>
                      <a:pt x="26928" y="738659"/>
                    </a:cubicBezTo>
                    <a:cubicBezTo>
                      <a:pt x="17403" y="729134"/>
                      <a:pt x="8936" y="719609"/>
                      <a:pt x="4703" y="703734"/>
                    </a:cubicBezTo>
                    <a:cubicBezTo>
                      <a:pt x="470" y="687859"/>
                      <a:pt x="-1647" y="662459"/>
                      <a:pt x="1528" y="643409"/>
                    </a:cubicBezTo>
                    <a:cubicBezTo>
                      <a:pt x="4703" y="624359"/>
                      <a:pt x="7878" y="621184"/>
                      <a:pt x="23753" y="589434"/>
                    </a:cubicBezTo>
                    <a:cubicBezTo>
                      <a:pt x="39628" y="557684"/>
                      <a:pt x="74553" y="498946"/>
                      <a:pt x="96778" y="452909"/>
                    </a:cubicBezTo>
                    <a:cubicBezTo>
                      <a:pt x="119003" y="406872"/>
                      <a:pt x="135936" y="360305"/>
                      <a:pt x="157103" y="313209"/>
                    </a:cubicBezTo>
                    <a:cubicBezTo>
                      <a:pt x="178270" y="266113"/>
                      <a:pt x="204728" y="207376"/>
                      <a:pt x="223778" y="170334"/>
                    </a:cubicBezTo>
                    <a:cubicBezTo>
                      <a:pt x="242828" y="133292"/>
                      <a:pt x="242828" y="109480"/>
                      <a:pt x="261878" y="9413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440054">
                      <a:lumMod val="100000"/>
                      <a:alpha val="85000"/>
                    </a:srgbClr>
                  </a:gs>
                  <a:gs pos="47000">
                    <a:srgbClr val="22A884">
                      <a:alpha val="85000"/>
                    </a:srgbClr>
                  </a:gs>
                  <a:gs pos="30000">
                    <a:srgbClr val="2B788E">
                      <a:alpha val="85000"/>
                    </a:srgbClr>
                  </a:gs>
                  <a:gs pos="13000">
                    <a:srgbClr val="414487">
                      <a:alpha val="85000"/>
                    </a:srgbClr>
                  </a:gs>
                  <a:gs pos="64000">
                    <a:srgbClr val="7AD151">
                      <a:alpha val="85000"/>
                    </a:srgbClr>
                  </a:gs>
                  <a:gs pos="79000">
                    <a:srgbClr val="FDE824">
                      <a:lumMod val="91000"/>
                      <a:lumOff val="9000"/>
                      <a:alpha val="85000"/>
                    </a:srgbClr>
                  </a:gs>
                </a:gsLst>
                <a:lin ang="18900000" scaled="1"/>
                <a:tileRect/>
              </a:gra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6A09E44-56BF-2B64-467A-B8FF120D4C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5058" y="3223078"/>
                <a:ext cx="661" cy="77724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B361C9D-FD53-310A-DC87-DE9E07CE9322}"/>
                  </a:ext>
                </a:extLst>
              </p:cNvPr>
              <p:cNvCxnSpPr>
                <a:cxnSpLocks/>
                <a:stCxn id="29" idx="0"/>
                <a:endCxn id="21" idx="0"/>
              </p:cNvCxnSpPr>
              <p:nvPr/>
            </p:nvCxnSpPr>
            <p:spPr>
              <a:xfrm>
                <a:off x="3545305" y="3799975"/>
                <a:ext cx="967540" cy="1002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737A4EE-CD5E-A6D0-34C0-1417B41A85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5375" y="3620572"/>
                <a:ext cx="793750" cy="183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673F212-6783-9C37-5068-30AE4E2E56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455973"/>
                <a:ext cx="639346" cy="501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8C37FBC-1CA0-A33C-BC1A-8049988FFE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2049" y="3286010"/>
                <a:ext cx="0" cy="73152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6152900-C28E-0310-C292-09C7EAEDB248}"/>
                  </a:ext>
                </a:extLst>
              </p:cNvPr>
              <p:cNvSpPr/>
              <p:nvPr/>
            </p:nvSpPr>
            <p:spPr>
              <a:xfrm>
                <a:off x="3768979" y="3210259"/>
                <a:ext cx="450850" cy="120650"/>
              </a:xfrm>
              <a:custGeom>
                <a:avLst/>
                <a:gdLst>
                  <a:gd name="csX0" fmla="*/ 0 w 450850"/>
                  <a:gd name="csY0" fmla="*/ 120650 h 120650"/>
                  <a:gd name="csX1" fmla="*/ 92075 w 450850"/>
                  <a:gd name="csY1" fmla="*/ 76200 h 120650"/>
                  <a:gd name="csX2" fmla="*/ 257175 w 450850"/>
                  <a:gd name="csY2" fmla="*/ 82550 h 120650"/>
                  <a:gd name="csX3" fmla="*/ 450850 w 450850"/>
                  <a:gd name="csY3" fmla="*/ 0 h 120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0850" h="120650">
                    <a:moveTo>
                      <a:pt x="0" y="120650"/>
                    </a:moveTo>
                    <a:cubicBezTo>
                      <a:pt x="24606" y="101600"/>
                      <a:pt x="49213" y="82550"/>
                      <a:pt x="92075" y="76200"/>
                    </a:cubicBezTo>
                    <a:cubicBezTo>
                      <a:pt x="134937" y="69850"/>
                      <a:pt x="197379" y="95250"/>
                      <a:pt x="257175" y="82550"/>
                    </a:cubicBezTo>
                    <a:cubicBezTo>
                      <a:pt x="316971" y="69850"/>
                      <a:pt x="435504" y="23283"/>
                      <a:pt x="450850" y="0"/>
                    </a:cubicBezTo>
                  </a:path>
                </a:pathLst>
              </a:custGeom>
              <a:noFill/>
              <a:ln w="190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9F32C0B-A3B1-FA0D-71AE-855A48C4F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7464" y="3128530"/>
                <a:ext cx="0" cy="87832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138D177-E388-16D5-86E1-250D51438758}"/>
                  </a:ext>
                </a:extLst>
              </p:cNvPr>
              <p:cNvGrpSpPr/>
              <p:nvPr/>
            </p:nvGrpSpPr>
            <p:grpSpPr>
              <a:xfrm>
                <a:off x="3517312" y="2880227"/>
                <a:ext cx="1023526" cy="1130299"/>
                <a:chOff x="3517312" y="2880227"/>
                <a:chExt cx="1023526" cy="1130299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1D695DBE-C266-4FE6-D5C0-91869F49B57C}"/>
                    </a:ext>
                  </a:extLst>
                </p:cNvPr>
                <p:cNvGrpSpPr/>
                <p:nvPr/>
              </p:nvGrpSpPr>
              <p:grpSpPr>
                <a:xfrm>
                  <a:off x="3517312" y="2880227"/>
                  <a:ext cx="511763" cy="1129297"/>
                  <a:chOff x="3517312" y="2882231"/>
                  <a:chExt cx="511763" cy="1129297"/>
                </a:xfrm>
              </p:grpSpPr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2F3360B9-5F39-56D2-EB1A-42B50E715B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8658" y="2882231"/>
                    <a:ext cx="220417" cy="0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8650E58C-0FC3-6D98-6E9D-FF68F04D08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50103" y="2882231"/>
                    <a:ext cx="0" cy="288758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48A576B4-BE70-C13F-8C1B-72830B3A2D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45305" y="3165642"/>
                    <a:ext cx="304798" cy="641685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" name="Freeform 28">
                    <a:extLst>
                      <a:ext uri="{FF2B5EF4-FFF2-40B4-BE49-F238E27FC236}">
                        <a16:creationId xmlns:a16="http://schemas.microsoft.com/office/drawing/2014/main" id="{6746EAC1-8F31-5548-493D-21F117C5C705}"/>
                      </a:ext>
                    </a:extLst>
                  </p:cNvPr>
                  <p:cNvSpPr/>
                  <p:nvPr/>
                </p:nvSpPr>
                <p:spPr>
                  <a:xfrm>
                    <a:off x="3517312" y="3801979"/>
                    <a:ext cx="177719" cy="209549"/>
                  </a:xfrm>
                  <a:custGeom>
                    <a:avLst/>
                    <a:gdLst>
                      <a:gd name="csX0" fmla="*/ 30747 w 180473"/>
                      <a:gd name="csY0" fmla="*/ 0 h 209549"/>
                      <a:gd name="csX1" fmla="*/ 4010 w 180473"/>
                      <a:gd name="csY1" fmla="*/ 74863 h 209549"/>
                      <a:gd name="csX2" fmla="*/ 9357 w 180473"/>
                      <a:gd name="csY2" fmla="*/ 128337 h 209549"/>
                      <a:gd name="csX3" fmla="*/ 89568 w 180473"/>
                      <a:gd name="csY3" fmla="*/ 197853 h 209549"/>
                      <a:gd name="csX4" fmla="*/ 180473 w 180473"/>
                      <a:gd name="csY4" fmla="*/ 208547 h 209549"/>
                      <a:gd name="csX0" fmla="*/ 26748 w 176474"/>
                      <a:gd name="csY0" fmla="*/ 0 h 209549"/>
                      <a:gd name="csX1" fmla="*/ 11 w 176474"/>
                      <a:gd name="csY1" fmla="*/ 74863 h 209549"/>
                      <a:gd name="csX2" fmla="*/ 24408 w 176474"/>
                      <a:gd name="csY2" fmla="*/ 163262 h 209549"/>
                      <a:gd name="csX3" fmla="*/ 85569 w 176474"/>
                      <a:gd name="csY3" fmla="*/ 197853 h 209549"/>
                      <a:gd name="csX4" fmla="*/ 176474 w 176474"/>
                      <a:gd name="csY4" fmla="*/ 208547 h 209549"/>
                      <a:gd name="csX0" fmla="*/ 27993 w 177719"/>
                      <a:gd name="csY0" fmla="*/ 0 h 209549"/>
                      <a:gd name="csX1" fmla="*/ 1256 w 177719"/>
                      <a:gd name="csY1" fmla="*/ 74863 h 209549"/>
                      <a:gd name="csX2" fmla="*/ 25653 w 177719"/>
                      <a:gd name="csY2" fmla="*/ 163262 h 209549"/>
                      <a:gd name="csX3" fmla="*/ 86814 w 177719"/>
                      <a:gd name="csY3" fmla="*/ 197853 h 209549"/>
                      <a:gd name="csX4" fmla="*/ 177719 w 177719"/>
                      <a:gd name="csY4" fmla="*/ 208547 h 20954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77719" h="209549">
                        <a:moveTo>
                          <a:pt x="27993" y="0"/>
                        </a:moveTo>
                        <a:cubicBezTo>
                          <a:pt x="16407" y="26737"/>
                          <a:pt x="1646" y="47653"/>
                          <a:pt x="1256" y="74863"/>
                        </a:cubicBezTo>
                        <a:cubicBezTo>
                          <a:pt x="866" y="102073"/>
                          <a:pt x="-7657" y="139589"/>
                          <a:pt x="25653" y="163262"/>
                        </a:cubicBezTo>
                        <a:cubicBezTo>
                          <a:pt x="58963" y="186935"/>
                          <a:pt x="58295" y="184485"/>
                          <a:pt x="86814" y="197853"/>
                        </a:cubicBezTo>
                        <a:cubicBezTo>
                          <a:pt x="115333" y="211221"/>
                          <a:pt x="157221" y="210329"/>
                          <a:pt x="177719" y="208547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ln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7826703C-4183-1EF0-27AD-D8702D356B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84336" y="4010526"/>
                    <a:ext cx="344739" cy="1002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A11E3C04-AFCA-7BA8-36C2-C9864BF13DE8}"/>
                    </a:ext>
                  </a:extLst>
                </p:cNvPr>
                <p:cNvGrpSpPr/>
                <p:nvPr/>
              </p:nvGrpSpPr>
              <p:grpSpPr>
                <a:xfrm flipH="1">
                  <a:off x="4029075" y="2881229"/>
                  <a:ext cx="511763" cy="1129297"/>
                  <a:chOff x="3517312" y="2882231"/>
                  <a:chExt cx="511763" cy="1129297"/>
                </a:xfrm>
              </p:grpSpPr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3A5B5284-CDD8-536A-FB65-FF3CD4F118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8658" y="2882231"/>
                    <a:ext cx="220417" cy="0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8BD87889-88E1-A726-02D2-DB35C5281C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50103" y="2882231"/>
                    <a:ext cx="0" cy="288758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809DB34E-173C-8CC3-387F-B2AB570C93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45305" y="3165642"/>
                    <a:ext cx="304798" cy="641685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Freeform 20">
                    <a:extLst>
                      <a:ext uri="{FF2B5EF4-FFF2-40B4-BE49-F238E27FC236}">
                        <a16:creationId xmlns:a16="http://schemas.microsoft.com/office/drawing/2014/main" id="{BBAADE19-0E51-CC55-680C-994175A1ACE8}"/>
                      </a:ext>
                    </a:extLst>
                  </p:cNvPr>
                  <p:cNvSpPr/>
                  <p:nvPr/>
                </p:nvSpPr>
                <p:spPr>
                  <a:xfrm>
                    <a:off x="3517312" y="3801979"/>
                    <a:ext cx="177719" cy="209549"/>
                  </a:xfrm>
                  <a:custGeom>
                    <a:avLst/>
                    <a:gdLst>
                      <a:gd name="csX0" fmla="*/ 30747 w 180473"/>
                      <a:gd name="csY0" fmla="*/ 0 h 209549"/>
                      <a:gd name="csX1" fmla="*/ 4010 w 180473"/>
                      <a:gd name="csY1" fmla="*/ 74863 h 209549"/>
                      <a:gd name="csX2" fmla="*/ 9357 w 180473"/>
                      <a:gd name="csY2" fmla="*/ 128337 h 209549"/>
                      <a:gd name="csX3" fmla="*/ 89568 w 180473"/>
                      <a:gd name="csY3" fmla="*/ 197853 h 209549"/>
                      <a:gd name="csX4" fmla="*/ 180473 w 180473"/>
                      <a:gd name="csY4" fmla="*/ 208547 h 209549"/>
                      <a:gd name="csX0" fmla="*/ 26748 w 176474"/>
                      <a:gd name="csY0" fmla="*/ 0 h 209549"/>
                      <a:gd name="csX1" fmla="*/ 11 w 176474"/>
                      <a:gd name="csY1" fmla="*/ 74863 h 209549"/>
                      <a:gd name="csX2" fmla="*/ 24408 w 176474"/>
                      <a:gd name="csY2" fmla="*/ 163262 h 209549"/>
                      <a:gd name="csX3" fmla="*/ 85569 w 176474"/>
                      <a:gd name="csY3" fmla="*/ 197853 h 209549"/>
                      <a:gd name="csX4" fmla="*/ 176474 w 176474"/>
                      <a:gd name="csY4" fmla="*/ 208547 h 209549"/>
                      <a:gd name="csX0" fmla="*/ 27993 w 177719"/>
                      <a:gd name="csY0" fmla="*/ 0 h 209549"/>
                      <a:gd name="csX1" fmla="*/ 1256 w 177719"/>
                      <a:gd name="csY1" fmla="*/ 74863 h 209549"/>
                      <a:gd name="csX2" fmla="*/ 25653 w 177719"/>
                      <a:gd name="csY2" fmla="*/ 163262 h 209549"/>
                      <a:gd name="csX3" fmla="*/ 86814 w 177719"/>
                      <a:gd name="csY3" fmla="*/ 197853 h 209549"/>
                      <a:gd name="csX4" fmla="*/ 177719 w 177719"/>
                      <a:gd name="csY4" fmla="*/ 208547 h 20954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77719" h="209549">
                        <a:moveTo>
                          <a:pt x="27993" y="0"/>
                        </a:moveTo>
                        <a:cubicBezTo>
                          <a:pt x="16407" y="26737"/>
                          <a:pt x="1646" y="47653"/>
                          <a:pt x="1256" y="74863"/>
                        </a:cubicBezTo>
                        <a:cubicBezTo>
                          <a:pt x="866" y="102073"/>
                          <a:pt x="-7657" y="139589"/>
                          <a:pt x="25653" y="163262"/>
                        </a:cubicBezTo>
                        <a:cubicBezTo>
                          <a:pt x="58963" y="186935"/>
                          <a:pt x="58295" y="184485"/>
                          <a:pt x="86814" y="197853"/>
                        </a:cubicBezTo>
                        <a:cubicBezTo>
                          <a:pt x="115333" y="211221"/>
                          <a:pt x="157221" y="210329"/>
                          <a:pt x="177719" y="208547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ln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CC45C99E-E223-993F-3E60-0A80782783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84336" y="4010526"/>
                    <a:ext cx="344739" cy="1002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223F628-886F-1BF5-2442-BA7656C616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60495" y="3553829"/>
                <a:ext cx="137160" cy="13716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FF2CBD3-FBBA-7036-5694-94304C67CD18}"/>
                </a:ext>
              </a:extLst>
            </p:cNvPr>
            <p:cNvSpPr txBox="1"/>
            <p:nvPr/>
          </p:nvSpPr>
          <p:spPr>
            <a:xfrm>
              <a:off x="4593914" y="2828835"/>
              <a:ext cx="419738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ALchemist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7175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Coatney, Caleb</dc:creator>
  <cp:lastModifiedBy>Coatney, Caleb</cp:lastModifiedBy>
  <cp:revision>1</cp:revision>
  <dcterms:created xsi:type="dcterms:W3CDTF">2025-11-18T21:20:07Z</dcterms:created>
  <dcterms:modified xsi:type="dcterms:W3CDTF">2025-11-18T23:32:47Z</dcterms:modified>
</cp:coreProperties>
</file>